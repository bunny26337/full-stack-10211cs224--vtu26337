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Cambria" panose="02040503050406030204" pitchFamily="18" charset="0"/>
      <p:regular r:id="rId21"/>
      <p:bold r:id="rId22"/>
      <p:italic r:id="rId23"/>
      <p:boldItalic r:id="rId24"/>
    </p:embeddedFont>
    <p:embeddedFont>
      <p:font typeface="Bookman Old Style" panose="02050604050505020204" pitchFamily="18" charset="0"/>
      <p:regular r:id="rId25"/>
      <p:bold r:id="rId26"/>
      <p:italic r:id="rId27"/>
    </p:embeddedFont>
    <p:embeddedFont>
      <p:font typeface="Gotham"/>
      <p:regular r:id="rId28"/>
    </p:embeddedFont>
    <p:embeddedFont>
      <p:font typeface="Gotham Bold Italics" panose="02000000000000000000"/>
      <p:boldItalic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showGuides="1">
      <p:cViewPr varScale="1">
        <p:scale>
          <a:sx n="54" d="100"/>
          <a:sy n="54" d="100"/>
        </p:scale>
        <p:origin x="115" y="53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jpeg"/><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23-04-2026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2209800" y="5713730"/>
            <a:ext cx="15784195" cy="830580"/>
          </a:xfrm>
          <a:prstGeom prst="rect">
            <a:avLst/>
          </a:prstGeom>
          <a:noFill/>
        </p:spPr>
        <p:txBody>
          <a:bodyPr wrap="square" rtlCol="0">
            <a:noAutofit/>
          </a:bodyPr>
          <a:lstStyle/>
          <a:p>
            <a:pPr algn="ctr"/>
            <a:r>
              <a:rPr lang="en-US" altLang="en-US" sz="4000" b="1" dirty="0"/>
              <a:t>Seamless Department Event Booking App</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K.BUNNY PREETHAM– VTU26337– 23UECS1273</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    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         Dr. S . </a:t>
            </a:r>
            <a:r>
              <a:rPr lang="en-US" sz="3000" dirty="0" err="1">
                <a:latin typeface="Cambria" panose="02040503050406030204" pitchFamily="18" charset="0"/>
                <a:ea typeface="Cambria" panose="02040503050406030204" pitchFamily="18" charset="0"/>
              </a:rPr>
              <a:t>Hemamalini,M.E,Ph.D</a:t>
            </a:r>
            <a:r>
              <a:rPr lang="en-US" sz="3000" dirty="0">
                <a:latin typeface="Cambria" panose="02040503050406030204" pitchFamily="18" charset="0"/>
                <a:ea typeface="Cambria" panose="02040503050406030204" pitchFamily="18" charset="0"/>
              </a:rPr>
              <a:t>.,</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dirty="0"/>
              <a:t>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590800" y="568065"/>
            <a:ext cx="14668500" cy="9571851"/>
          </a:xfrm>
          <a:prstGeom prst="rect">
            <a:avLst/>
          </a:prstGeom>
          <a:noFill/>
        </p:spPr>
        <p:txBody>
          <a:bodyPr wrap="square" rtlCol="0">
            <a:spAutoFit/>
          </a:bodyPr>
          <a:lstStyle/>
          <a:p>
            <a:endParaRPr lang="en-US" sz="2800" dirty="0"/>
          </a:p>
          <a:p>
            <a:r>
              <a:rPr lang="en-US" sz="2800" b="1" dirty="0"/>
              <a:t>Background of the Problem</a:t>
            </a:r>
            <a:endParaRPr lang="en-US" sz="2800" b="1" dirty="0"/>
          </a:p>
          <a:p>
            <a:r>
              <a:rPr lang="en-US" sz="2800" dirty="0"/>
              <a:t>Many departments still rely on manual methods for managing internal event ticket bookings, which leads to inefficiencies such as overbooking, incorrect data entry, delays in processing, and difficulty in maintaining records.</a:t>
            </a:r>
            <a:endParaRPr lang="en-US" sz="2800" b="1" dirty="0"/>
          </a:p>
          <a:p>
            <a:r>
              <a:rPr lang="en-US" sz="2800" b="1" dirty="0"/>
              <a:t>Why This Project is Important</a:t>
            </a:r>
            <a:endParaRPr lang="en-US" sz="2800" b="1" dirty="0"/>
          </a:p>
          <a:p>
            <a:r>
              <a:rPr lang="en-US" sz="2800" dirty="0"/>
              <a:t>A React JS-based Event Ticket Booking System helps automate the entire process, ensuring accurate bookings, reducing manual effort, and improving the overall experience for both organizers and participants.</a:t>
            </a:r>
            <a:endParaRPr lang="en-US" sz="2800" b="1" dirty="0"/>
          </a:p>
          <a:p>
            <a:r>
              <a:rPr lang="en-US" sz="2800" b="1" dirty="0"/>
              <a:t>Real-World Relevance</a:t>
            </a:r>
            <a:endParaRPr lang="en-US" sz="2800" b="1" dirty="0"/>
          </a:p>
          <a:p>
            <a:r>
              <a:rPr lang="en-US" sz="2800" dirty="0"/>
              <a:t>This system can be used in colleges and organizations to manage registrations for technical fests, seminars, workshops, and internal events efficiently with real-time updates and better record maintenance.</a:t>
            </a:r>
            <a:endParaRPr lang="en-US" sz="2800" b="1" dirty="0"/>
          </a:p>
          <a:p>
            <a:r>
              <a:rPr lang="en-US" sz="2800" b="1" dirty="0"/>
              <a:t>System Overview</a:t>
            </a:r>
            <a:endParaRPr lang="en-US" sz="2800" b="1" dirty="0"/>
          </a:p>
          <a:p>
            <a:r>
              <a:rPr lang="en-US" sz="2800" dirty="0"/>
              <a:t>The Event Ticket Booking System is a web-based application designed to streamline internal event registrations and ticket booking.</a:t>
            </a:r>
            <a:endParaRPr lang="en-US" sz="2800" dirty="0"/>
          </a:p>
          <a:p>
            <a:r>
              <a:rPr lang="en-US" sz="2800" b="1" dirty="0"/>
              <a:t>Key Features:</a:t>
            </a:r>
            <a:endParaRPr lang="en-US" sz="2800" b="1" dirty="0"/>
          </a:p>
          <a:p>
            <a:pPr marL="457200" indent="-457200">
              <a:buFont typeface="Arial" panose="020B0604020202020204" pitchFamily="34" charset="0"/>
              <a:buChar char="•"/>
            </a:pPr>
            <a:r>
              <a:rPr lang="en-IN" sz="2800" dirty="0"/>
              <a:t>Event listing with details</a:t>
            </a:r>
            <a:endParaRPr lang="en-IN" sz="2800" dirty="0"/>
          </a:p>
          <a:p>
            <a:pPr marL="457200" indent="-457200">
              <a:buFont typeface="Arial" panose="020B0604020202020204" pitchFamily="34" charset="0"/>
              <a:buChar char="•"/>
            </a:pPr>
            <a:r>
              <a:rPr lang="en-IN" sz="2800" dirty="0"/>
              <a:t>Online ticket booking system</a:t>
            </a:r>
            <a:endParaRPr lang="en-IN" sz="2800" dirty="0"/>
          </a:p>
          <a:p>
            <a:pPr marL="457200" indent="-457200">
              <a:buFont typeface="Arial" panose="020B0604020202020204" pitchFamily="34" charset="0"/>
              <a:buChar char="•"/>
            </a:pPr>
            <a:r>
              <a:rPr lang="en-IN" sz="2800" dirty="0"/>
              <a:t>User registration and login</a:t>
            </a:r>
            <a:endParaRPr lang="en-IN" sz="2800" dirty="0"/>
          </a:p>
          <a:p>
            <a:pPr marL="457200" indent="-457200">
              <a:buFont typeface="Arial" panose="020B0604020202020204" pitchFamily="34" charset="0"/>
              <a:buChar char="•"/>
            </a:pPr>
            <a:r>
              <a:rPr lang="en-IN" sz="2800" dirty="0"/>
              <a:t>Booking history management</a:t>
            </a:r>
            <a:endParaRPr lang="en-IN" sz="2800" dirty="0"/>
          </a:p>
          <a:p>
            <a:pPr marL="457200" indent="-457200">
              <a:buFont typeface="Arial" panose="020B0604020202020204" pitchFamily="34" charset="0"/>
              <a:buChar char="•"/>
            </a:pPr>
            <a:endParaRPr lang="en-US"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3</a:t>
              </a:r>
              <a:endParaRPr lang="en-US" sz="1700" dirty="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6986528"/>
          </a:xfrm>
          <a:prstGeom prst="rect">
            <a:avLst/>
          </a:prstGeom>
          <a:noFill/>
        </p:spPr>
        <p:txBody>
          <a:bodyPr wrap="square" rtlCol="0">
            <a:spAutoFit/>
          </a:bodyPr>
          <a:lstStyle/>
          <a:p>
            <a:r>
              <a:rPr lang="en-US" sz="2800" b="1" dirty="0"/>
              <a:t>Problem Statement</a:t>
            </a:r>
            <a:endParaRPr lang="en-US" sz="2800" b="1" dirty="0"/>
          </a:p>
          <a:p>
            <a:r>
              <a:rPr lang="en-US" sz="2800" dirty="0"/>
              <a:t>• Manual booking systems cause overbooking issues</a:t>
            </a:r>
            <a:br>
              <a:rPr lang="en-US" sz="2800" dirty="0"/>
            </a:br>
            <a:r>
              <a:rPr lang="en-US" sz="2800" dirty="0"/>
              <a:t>• Data entry errors are common</a:t>
            </a:r>
            <a:br>
              <a:rPr lang="en-US" sz="2800" dirty="0"/>
            </a:br>
            <a:r>
              <a:rPr lang="en-US" sz="2800" dirty="0"/>
              <a:t>• Difficult to track registrations and seat availability</a:t>
            </a:r>
            <a:br>
              <a:rPr lang="en-US" sz="2800" dirty="0"/>
            </a:br>
            <a:r>
              <a:rPr lang="en-US" sz="2800" dirty="0"/>
              <a:t>• No real-time booking updates for users</a:t>
            </a:r>
            <a:br>
              <a:rPr lang="en-US" sz="2800" dirty="0"/>
            </a:br>
            <a:r>
              <a:rPr lang="en-US" sz="2800" dirty="0"/>
              <a:t>• Record maintenance is time-consuming</a:t>
            </a:r>
            <a:br>
              <a:rPr lang="en-US" sz="2800" dirty="0"/>
            </a:br>
            <a:r>
              <a:rPr lang="en-US" sz="2800" dirty="0"/>
              <a:t>• Lack of automation reduces efficiency</a:t>
            </a:r>
            <a:br>
              <a:rPr lang="en-US" sz="2800" dirty="0"/>
            </a:br>
            <a:r>
              <a:rPr lang="en-US" sz="2800" dirty="0"/>
              <a:t>• Managing multiple events becomes complex</a:t>
            </a:r>
            <a:br>
              <a:rPr lang="en-US" sz="2800" dirty="0"/>
            </a:br>
            <a:r>
              <a:rPr lang="en-US" sz="2800" dirty="0"/>
              <a:t>• Need for a centralized digital solution</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5693866"/>
          </a:xfrm>
          <a:prstGeom prst="rect">
            <a:avLst/>
          </a:prstGeom>
          <a:noFill/>
        </p:spPr>
        <p:txBody>
          <a:bodyPr wrap="square" rtlCol="0">
            <a:spAutoFit/>
          </a:bodyPr>
          <a:lstStyle/>
          <a:p>
            <a:r>
              <a:rPr lang="en-US" sz="2800" b="1" dirty="0"/>
              <a:t>Objectives</a:t>
            </a:r>
            <a:endParaRPr lang="en-US" sz="2800" b="1" dirty="0"/>
          </a:p>
          <a:p>
            <a:r>
              <a:rPr lang="en-US" sz="2800" dirty="0"/>
              <a:t>• To design and develop an automated Event Ticket Booking System for managing event listings, bookings, and user data.</a:t>
            </a:r>
            <a:br>
              <a:rPr lang="en-US" sz="2800" dirty="0"/>
            </a:br>
            <a:r>
              <a:rPr lang="en-US" sz="2800" dirty="0"/>
              <a:t>• To improve booking accuracy and track participant registrations through real-time updates and reports.</a:t>
            </a:r>
            <a:br>
              <a:rPr lang="en-US" sz="2800" dirty="0"/>
            </a:br>
            <a:r>
              <a:rPr lang="en-US" sz="2800" dirty="0"/>
              <a:t>• To implement the system for efficient ticket booking, user management, and event handling.</a:t>
            </a:r>
            <a:br>
              <a:rPr lang="en-US" sz="2800" dirty="0"/>
            </a:br>
            <a:r>
              <a:rPr lang="en-US" sz="2800" dirty="0"/>
              <a:t>• To evaluate the performance of the system by monitoring booking accuracy, system reliability, and processing speed.</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endParaRPr lang="en-US" sz="1700" dirty="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3205675" y="2340406"/>
            <a:ext cx="15082325" cy="9571851"/>
          </a:xfrm>
          <a:prstGeom prst="rect">
            <a:avLst/>
          </a:prstGeom>
          <a:noFill/>
        </p:spPr>
        <p:txBody>
          <a:bodyPr wrap="square" rtlCol="0">
            <a:spAutoFit/>
          </a:bodyPr>
          <a:lstStyle/>
          <a:p>
            <a:r>
              <a:rPr lang="en-US" sz="2800" b="1" dirty="0"/>
              <a:t>Proposed Solution &amp; Advantages</a:t>
            </a:r>
            <a:endParaRPr lang="en-US" sz="2800" b="1" dirty="0"/>
          </a:p>
          <a:p>
            <a:r>
              <a:rPr lang="en-US" sz="2800" dirty="0"/>
              <a:t>• Event Ticket Booking System is a digital solution that automates event booking, user management, and ticket generation.</a:t>
            </a:r>
            <a:br>
              <a:rPr lang="en-US" sz="2800" dirty="0"/>
            </a:br>
            <a:r>
              <a:rPr lang="en-US" sz="2800" dirty="0"/>
              <a:t>• It replaces manual registration with a centralized and secure database system.</a:t>
            </a:r>
            <a:br>
              <a:rPr lang="en-US" sz="2800" dirty="0"/>
            </a:br>
            <a:r>
              <a:rPr lang="en-US" sz="2800" dirty="0"/>
              <a:t>• The system provides real-time updates on seat availability to prevent overbooking.</a:t>
            </a:r>
            <a:br>
              <a:rPr lang="en-US" sz="2800" dirty="0"/>
            </a:br>
            <a:r>
              <a:rPr lang="en-US" sz="2800" dirty="0"/>
              <a:t>• Automated booking and ticket generation reduce errors and save time.</a:t>
            </a:r>
            <a:br>
              <a:rPr lang="en-US" sz="2800" dirty="0"/>
            </a:br>
            <a:r>
              <a:rPr lang="en-US" sz="2800" dirty="0"/>
              <a:t>• User details and booking history are stored for better management and future reference.</a:t>
            </a:r>
            <a:br>
              <a:rPr lang="en-US" sz="2800" dirty="0"/>
            </a:br>
            <a:r>
              <a:rPr lang="en-US" sz="2800" dirty="0"/>
              <a:t>• Reports help organizers track event participation and performance.</a:t>
            </a:r>
            <a:br>
              <a:rPr lang="en-US" sz="2800" dirty="0"/>
            </a:br>
            <a:r>
              <a:rPr lang="en-US" sz="2800" dirty="0"/>
              <a:t>• The system improves user experience by providing fast and easy booking.</a:t>
            </a:r>
            <a:br>
              <a:rPr lang="en-US" sz="2800" dirty="0"/>
            </a:br>
            <a:r>
              <a:rPr lang="en-US" sz="2800" dirty="0"/>
              <a:t>• Compared to manual methods, it ensures accuracy, reliability, and efficient event management.</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p:cNvPicPr>
            <a:picLocks noChangeAspect="1"/>
          </p:cNvPicPr>
          <p:nvPr/>
        </p:nvPicPr>
        <p:blipFill>
          <a:blip r:embed="rId3"/>
          <a:stretch>
            <a:fillRect/>
          </a:stretch>
        </p:blipFill>
        <p:spPr>
          <a:xfrm>
            <a:off x="4614862" y="2786062"/>
            <a:ext cx="9058275" cy="4714875"/>
          </a:xfrm>
          <a:prstGeom prst="rect">
            <a:avLst/>
          </a:prstGeom>
        </p:spPr>
      </p:pic>
      <p:pic>
        <p:nvPicPr>
          <p:cNvPr id="33" name="Picture 32"/>
          <p:cNvPicPr>
            <a:picLocks noChangeAspect="1"/>
          </p:cNvPicPr>
          <p:nvPr/>
        </p:nvPicPr>
        <p:blipFill>
          <a:blip r:embed="rId4"/>
          <a:stretch>
            <a:fillRect/>
          </a:stretch>
        </p:blipFill>
        <p:spPr>
          <a:xfrm>
            <a:off x="4614862" y="2786062"/>
            <a:ext cx="9058275" cy="4714875"/>
          </a:xfrm>
          <a:prstGeom prst="rect">
            <a:avLst/>
          </a:prstGeom>
        </p:spPr>
      </p:pic>
      <p:pic>
        <p:nvPicPr>
          <p:cNvPr id="3" name="Picture 2" descr="The image depicts a high-level diagram of the architecture for a Ticket Booking Web Application, illustrating the flow from user interaction to backend processing, payment gateway integration, and final confirmation of booking.&#10;&#10;AI-generated content may be incorrect."/>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7484" y="1634821"/>
            <a:ext cx="14630400" cy="77417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27934" y="1629055"/>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epicts a workflow diagram for a ticket booking web application, showing the process from user registration to payment confirmation, with various user actions, admin actions, and system processes.&#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146935"/>
            <a:ext cx="13341620" cy="83073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53334" y="1638300"/>
            <a:ext cx="15082325" cy="12157174"/>
          </a:xfrm>
          <a:prstGeom prst="rect">
            <a:avLst/>
          </a:prstGeom>
          <a:noFill/>
        </p:spPr>
        <p:txBody>
          <a:bodyPr wrap="square" rtlCol="0">
            <a:spAutoFit/>
          </a:bodyPr>
          <a:lstStyle/>
          <a:p>
            <a:r>
              <a:rPr lang="en-IN" sz="2800" b="1" dirty="0"/>
              <a:t>Frontend:</a:t>
            </a:r>
            <a:endParaRPr lang="en-IN" sz="2800" b="1" dirty="0"/>
          </a:p>
          <a:p>
            <a:r>
              <a:rPr lang="en-IN" sz="2800" dirty="0"/>
              <a:t>• React JS</a:t>
            </a:r>
            <a:br>
              <a:rPr lang="en-IN" sz="2800" dirty="0"/>
            </a:br>
            <a:r>
              <a:rPr lang="en-IN" sz="2800" dirty="0"/>
              <a:t>• HTML, CSS, JavaScript</a:t>
            </a:r>
            <a:endParaRPr lang="en-IN" sz="2800" dirty="0"/>
          </a:p>
          <a:p>
            <a:r>
              <a:rPr lang="en-IN" sz="2800" b="1" dirty="0"/>
              <a:t>Backend:</a:t>
            </a:r>
            <a:endParaRPr lang="en-IN" sz="2800" b="1" dirty="0"/>
          </a:p>
          <a:p>
            <a:r>
              <a:rPr lang="en-IN" sz="2800" dirty="0"/>
              <a:t>• Node.js with Express.js</a:t>
            </a:r>
            <a:endParaRPr lang="en-IN" sz="2800" dirty="0"/>
          </a:p>
          <a:p>
            <a:r>
              <a:rPr lang="en-IN" sz="2800" b="1" dirty="0"/>
              <a:t>Database:</a:t>
            </a:r>
            <a:endParaRPr lang="en-IN" sz="2800" b="1" dirty="0"/>
          </a:p>
          <a:p>
            <a:r>
              <a:rPr lang="en-IN" sz="2800" dirty="0"/>
              <a:t>• MySQL</a:t>
            </a:r>
            <a:endParaRPr lang="en-IN" sz="2800" dirty="0"/>
          </a:p>
          <a:p>
            <a:r>
              <a:rPr lang="en-IN" sz="2800" b="1" dirty="0"/>
              <a:t>Tools:</a:t>
            </a:r>
            <a:endParaRPr lang="en-IN" sz="2800" b="1" dirty="0"/>
          </a:p>
          <a:p>
            <a:r>
              <a:rPr lang="en-IN" sz="2800" dirty="0"/>
              <a:t>• VS Code</a:t>
            </a:r>
            <a:br>
              <a:rPr lang="en-IN" sz="2800" dirty="0"/>
            </a:br>
            <a:r>
              <a:rPr lang="en-IN" sz="2800" dirty="0"/>
              <a:t>• MySQL Workbench</a:t>
            </a:r>
            <a:br>
              <a:rPr lang="en-IN" sz="2800" dirty="0"/>
            </a:br>
            <a:r>
              <a:rPr lang="en-IN" sz="2800" dirty="0"/>
              <a:t>• Git &amp; GitHub</a:t>
            </a:r>
            <a:endParaRPr lang="en-IN" sz="2800" dirty="0"/>
          </a:p>
          <a:p>
            <a:r>
              <a:rPr lang="en-IN" sz="2800" b="1" dirty="0"/>
              <a:t>Hardware/Software Requirements:</a:t>
            </a:r>
            <a:endParaRPr lang="en-IN" sz="2800" b="1" dirty="0"/>
          </a:p>
          <a:p>
            <a:r>
              <a:rPr lang="en-IN" sz="2800" dirty="0"/>
              <a:t>• Minimum 4GB RAM</a:t>
            </a:r>
            <a:br>
              <a:rPr lang="en-IN" sz="2800" dirty="0"/>
            </a:br>
            <a:r>
              <a:rPr lang="en-IN" sz="2800" dirty="0"/>
              <a:t>• Windows/Linux OS</a:t>
            </a:r>
            <a:br>
              <a:rPr lang="en-IN" sz="2800" dirty="0"/>
            </a:br>
            <a:r>
              <a:rPr lang="en-IN" sz="2800" dirty="0"/>
              <a:t>• Node.js &amp; MySQL installed</a:t>
            </a:r>
            <a:br>
              <a:rPr lang="en-IN" sz="2800" dirty="0"/>
            </a:br>
            <a:r>
              <a:rPr lang="en-IN" sz="2800" dirty="0"/>
              <a:t>• Web browser</a:t>
            </a:r>
            <a:br>
              <a:rPr lang="en-IN" sz="2800" dirty="0"/>
            </a:br>
            <a:r>
              <a:rPr lang="en-IN" sz="2800" dirty="0"/>
              <a:t>• Internet connection</a:t>
            </a:r>
            <a:endParaRPr lang="en-IN"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4" name="TextBox 3"/>
          <p:cNvSpPr txBox="1"/>
          <p:nvPr/>
        </p:nvSpPr>
        <p:spPr>
          <a:xfrm>
            <a:off x="5410200" y="1181100"/>
            <a:ext cx="7315200" cy="707886"/>
          </a:xfrm>
          <a:prstGeom prst="rect">
            <a:avLst/>
          </a:prstGeom>
          <a:noFill/>
        </p:spPr>
        <p:txBody>
          <a:bodyPr wrap="square" rtlCol="0">
            <a:spAutoFit/>
          </a:bodyPr>
          <a:lstStyle/>
          <a:p>
            <a:r>
              <a:rPr lang="en-IN" sz="4000" b="1" dirty="0">
                <a:latin typeface="+mj-lt"/>
              </a:rPr>
              <a:t>MODULE DESCRIPTION</a:t>
            </a:r>
            <a:endParaRPr lang="en-IN" sz="4000" b="1" dirty="0">
              <a:latin typeface="+mj-lt"/>
            </a:endParaRPr>
          </a:p>
        </p:txBody>
      </p:sp>
      <p:sp>
        <p:nvSpPr>
          <p:cNvPr id="6" name="TextBox 5"/>
          <p:cNvSpPr txBox="1"/>
          <p:nvPr/>
        </p:nvSpPr>
        <p:spPr>
          <a:xfrm>
            <a:off x="2819400" y="2223358"/>
            <a:ext cx="9144000" cy="3539430"/>
          </a:xfrm>
          <a:prstGeom prst="rect">
            <a:avLst/>
          </a:prstGeom>
          <a:noFill/>
        </p:spPr>
        <p:txBody>
          <a:bodyPr wrap="square">
            <a:spAutoFit/>
          </a:bodyPr>
          <a:lstStyle/>
          <a:p>
            <a:r>
              <a:rPr lang="en-US" sz="2800" dirty="0"/>
              <a:t>Module 1: </a:t>
            </a:r>
            <a:endParaRPr lang="en-US" sz="2800" dirty="0"/>
          </a:p>
          <a:p>
            <a:r>
              <a:rPr lang="en-US" sz="2800" dirty="0"/>
              <a:t>Handles user registration, login, and authentication..</a:t>
            </a:r>
            <a:endParaRPr lang="en-US" sz="2800" dirty="0"/>
          </a:p>
          <a:p>
            <a:r>
              <a:rPr lang="en-US" sz="2800" dirty="0"/>
              <a:t>Module 2: </a:t>
            </a:r>
            <a:endParaRPr lang="en-US" sz="2800" dirty="0"/>
          </a:p>
          <a:p>
            <a:r>
              <a:rPr lang="en-US" sz="2800" dirty="0"/>
              <a:t>Displays events and allows users to book tickets.</a:t>
            </a:r>
            <a:endParaRPr lang="en-US" sz="2800" dirty="0"/>
          </a:p>
          <a:p>
            <a:r>
              <a:rPr lang="en-US" sz="2800" dirty="0"/>
              <a:t>Module 3: </a:t>
            </a:r>
            <a:endParaRPr lang="en-US" sz="2800" dirty="0"/>
          </a:p>
          <a:p>
            <a:r>
              <a:rPr lang="en-US" sz="2800" dirty="0"/>
              <a:t>Stores user data, event details, and bookings securely.</a:t>
            </a:r>
            <a:endParaRPr lang="en-US" sz="2800" dirty="0"/>
          </a:p>
          <a:p>
            <a:r>
              <a:rPr lang="en-US" sz="2800" dirty="0"/>
              <a:t>Module 4: </a:t>
            </a:r>
            <a:endParaRPr lang="en-US" sz="2800" dirty="0"/>
          </a:p>
          <a:p>
            <a:r>
              <a:rPr lang="en-US" sz="2800" dirty="0"/>
              <a:t>Generates reports on bookings and participant details.</a:t>
            </a: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p:cNvSpPr txBox="1"/>
          <p:nvPr/>
        </p:nvSpPr>
        <p:spPr>
          <a:xfrm>
            <a:off x="4953000" y="7962900"/>
            <a:ext cx="10808595" cy="923330"/>
          </a:xfrm>
          <a:prstGeom prst="rect">
            <a:avLst/>
          </a:prstGeom>
          <a:noFill/>
        </p:spPr>
        <p:txBody>
          <a:bodyPr wrap="square" rtlCol="0">
            <a:spAutoFit/>
          </a:bodyPr>
          <a:lstStyle/>
          <a:p>
            <a:r>
              <a:rPr lang="en-US" dirty="0"/>
              <a:t>The login page allows users to securely enter their credentials (such as email and password) to access the ticket booking system.</a:t>
            </a:r>
            <a:br>
              <a:rPr lang="en-US" dirty="0"/>
            </a:br>
            <a:r>
              <a:rPr lang="en-US" dirty="0"/>
              <a:t>It validates user input and authenticates the user before granting access to event details and booking features.</a:t>
            </a:r>
            <a:endParaRPr lang="en-IN" dirty="0"/>
          </a:p>
        </p:txBody>
      </p:sp>
      <p:pic>
        <p:nvPicPr>
          <p:cNvPr id="3" name="Picture 2" descr="The image displays a web page with a BookMyTicket login form, featuring fields for username and password, and a button to submit the form.&#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65" y="1349854"/>
            <a:ext cx="12822492" cy="65780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p:cNvSpPr txBox="1"/>
          <p:nvPr/>
        </p:nvSpPr>
        <p:spPr>
          <a:xfrm>
            <a:off x="2590800" y="7760846"/>
            <a:ext cx="13106400" cy="646331"/>
          </a:xfrm>
          <a:prstGeom prst="rect">
            <a:avLst/>
          </a:prstGeom>
          <a:noFill/>
        </p:spPr>
        <p:txBody>
          <a:bodyPr wrap="square" rtlCol="0">
            <a:spAutoFit/>
          </a:bodyPr>
          <a:lstStyle/>
          <a:p>
            <a:r>
              <a:rPr lang="en-US" dirty="0"/>
              <a:t>The upcoming events page displays a list of all future events with details like date, venue, and ticket </a:t>
            </a:r>
            <a:r>
              <a:rPr lang="en-US" dirty="0" err="1"/>
              <a:t>availability.It</a:t>
            </a:r>
            <a:r>
              <a:rPr lang="en-US" dirty="0"/>
              <a:t> provides a “Book Now” option for each event, allowing users to quickly select and proceed with ticket booking.</a:t>
            </a:r>
            <a:endParaRPr lang="en-US" dirty="0"/>
          </a:p>
        </p:txBody>
      </p:sp>
      <p:pic>
        <p:nvPicPr>
          <p:cNvPr id="4" name="Picture 3" descr="The image displays a webpage with a schedule for upcoming events, including a technical fest, a coding hackathon, and workshops on artificial intelligence and machine learning.&#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1143000"/>
            <a:ext cx="11353800" cy="6210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088345" y="2015465"/>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p:cNvSpPr txBox="1"/>
          <p:nvPr/>
        </p:nvSpPr>
        <p:spPr>
          <a:xfrm>
            <a:off x="1981200" y="8496300"/>
            <a:ext cx="11887200" cy="707886"/>
          </a:xfrm>
          <a:prstGeom prst="rect">
            <a:avLst/>
          </a:prstGeom>
          <a:noFill/>
        </p:spPr>
        <p:txBody>
          <a:bodyPr wrap="square" rtlCol="0">
            <a:spAutoFit/>
          </a:bodyPr>
          <a:lstStyle/>
          <a:p>
            <a:r>
              <a:rPr lang="en-US" sz="2000" dirty="0"/>
              <a:t>This page allows users to enter their personal details such as name, email, department, and number of tickets for </a:t>
            </a:r>
            <a:r>
              <a:rPr lang="en-US" sz="2000" dirty="0" err="1"/>
              <a:t>booking.It</a:t>
            </a:r>
            <a:r>
              <a:rPr lang="en-US" sz="2000" dirty="0"/>
              <a:t> collects and validates the information before confirming the ticket reservation.</a:t>
            </a:r>
            <a:endParaRPr lang="en-US" sz="2000" dirty="0"/>
          </a:p>
        </p:txBody>
      </p:sp>
      <p:pic>
        <p:nvPicPr>
          <p:cNvPr id="4" name="Picture 3" descr="Proceed to Payment&#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607" y="2144291"/>
            <a:ext cx="12877800" cy="53816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displays a booking summary for a ticket, listing the customer's name, email, total cost, and various payment options.&#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0670" y="1581103"/>
            <a:ext cx="15240000" cy="8001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468986" y="1982349"/>
            <a:ext cx="11856614" cy="5539978"/>
          </a:xfrm>
          <a:prstGeom prst="rect">
            <a:avLst/>
          </a:prstGeom>
          <a:noFill/>
        </p:spPr>
        <p:txBody>
          <a:bodyPr wrap="square">
            <a:spAutoFit/>
          </a:bodyPr>
          <a:lstStyle/>
          <a:p>
            <a:r>
              <a:rPr lang="en-US" sz="2800" b="1" dirty="0"/>
              <a:t>Advantages of Event Ticket Booking System</a:t>
            </a:r>
            <a:endParaRPr lang="en-US" sz="2800" b="1" dirty="0"/>
          </a:p>
          <a:p>
            <a:r>
              <a:rPr lang="en-US" sz="2800" dirty="0"/>
              <a:t>Easy to browse available events in one place.</a:t>
            </a:r>
            <a:br>
              <a:rPr lang="en-US" sz="2800" dirty="0"/>
            </a:br>
            <a:r>
              <a:rPr lang="en-US" sz="2800" dirty="0"/>
              <a:t>Users can quickly book tickets online without hassle.</a:t>
            </a:r>
            <a:br>
              <a:rPr lang="en-US" sz="2800" dirty="0"/>
            </a:br>
            <a:r>
              <a:rPr lang="en-US" sz="2800" dirty="0"/>
              <a:t>Simple interface makes it easy for users to navigate.</a:t>
            </a:r>
            <a:br>
              <a:rPr lang="en-US" sz="2800" dirty="0"/>
            </a:br>
            <a:r>
              <a:rPr lang="en-US" sz="2800" dirty="0"/>
              <a:t>Saves time compared to manual booking or standing in queues.</a:t>
            </a:r>
            <a:endParaRPr lang="en-US" sz="2800" dirty="0"/>
          </a:p>
          <a:p>
            <a:br>
              <a:rPr lang="en-US" sz="2800" dirty="0"/>
            </a:br>
            <a:endParaRPr lang="en-US" sz="2800" dirty="0"/>
          </a:p>
          <a:p>
            <a:r>
              <a:rPr lang="en-US" sz="2800" b="1" dirty="0"/>
              <a:t>Limitations of Event Ticket Booking System</a:t>
            </a:r>
            <a:endParaRPr lang="en-US" sz="2800" b="1" dirty="0"/>
          </a:p>
          <a:p>
            <a:r>
              <a:rPr lang="en-US" sz="2800" dirty="0"/>
              <a:t>Requires internet connection to access the system.</a:t>
            </a:r>
            <a:br>
              <a:rPr lang="en-US" sz="2800" dirty="0"/>
            </a:br>
            <a:r>
              <a:rPr lang="en-US" sz="2800" dirty="0"/>
              <a:t>Limited features compared to large commercial ticketing platforms.</a:t>
            </a:r>
            <a:br>
              <a:rPr lang="en-US" sz="2800" dirty="0"/>
            </a:br>
            <a:r>
              <a:rPr lang="en-US" sz="2800" dirty="0"/>
              <a:t>Payment integration may be limited or basic.</a:t>
            </a:r>
            <a:br>
              <a:rPr lang="en-US" sz="2800" dirty="0"/>
            </a:br>
            <a:r>
              <a:rPr lang="en-US" sz="2800" dirty="0"/>
              <a:t>System performance depends on server and database connectivity.</a:t>
            </a:r>
            <a:endParaRPr lang="en-US" sz="2800"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5095</Words>
  <Application>WPS Presentation</Application>
  <PresentationFormat>Custom</PresentationFormat>
  <Paragraphs>419</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gogula suresh</dc:creator>
  <cp:lastModifiedBy>WPS_1776798884</cp:lastModifiedBy>
  <cp:revision>14</cp:revision>
  <dcterms:created xsi:type="dcterms:W3CDTF">2006-08-16T00:00:00Z</dcterms:created>
  <dcterms:modified xsi:type="dcterms:W3CDTF">2026-04-22T04:36:27Z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24ED5A98B24D465489A28CE6BDD0A450_12</vt:lpwstr>
  </property>
  <property fmtid="{D5CDD505-2E9C-101B-9397-08002B2CF9AE}" pid="3" name="KSOProductBuildVer">
    <vt:lpwstr>1033-12.1.0.25242</vt:lpwstr>
  </property>
</Properties>
</file>